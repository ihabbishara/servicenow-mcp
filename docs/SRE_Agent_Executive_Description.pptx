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update: the SRE Agent is demo-ready. One engine, two surfaces, built entirely inside our security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an engineer investigating one incident hops across four systems and stitches the story together by hand. That is the time we are buying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sits on top of all four systems. Ask in plain language; it retrieves, correlates and answers with sources —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capability areas. Reads are free-form; the three write operations always require explicit human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flagship. A second, isolated AI session checks out the repo read-only, chases every lead from the stack trace, and returns a structured evidence-backed report. It never runs without consent.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engine, two front doors. The CLI for terminal-native engineers; the Web UI removes the install barrier entirely — browser login, settings editor, localhost-only.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inside the constraints from day one, not retrofitted. No banned mechanisms anywhere in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prototype: peer-reviewed monorepo, 657 CI-gated tests, shared core so the two surfaces cannot drift. Recap the value and close on cost — zero new inference contracts.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992981"/>
            <a:ext cx="171450" cy="17145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/>
          <p:nvPr/>
        </p:nvSpPr>
        <p:spPr>
          <a:xfrm>
            <a:off x="1390650" y="914400"/>
            <a:ext cx="463105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UPDATE · JULY 2026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751957"/>
            <a:ext cx="1781175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39"/>
              </a:lnSpc>
              <a:buNone/>
            </a:pPr>
            <a:r>
              <a:rPr lang="en-US" sz="11250" b="1" spc="-225" kern="0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Agent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1047750" y="5552182"/>
            <a:ext cx="1275397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77"/>
              </a:lnSpc>
              <a:buNone/>
            </a:pPr>
            <a:r>
              <a:rPr lang="en-US" sz="315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triage, root-cause analysis and reporting — in one conversation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047750" y="9101138"/>
            <a:ext cx="73552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ServiceNow + Azure DevOps + SharePoint + Docs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115300" y="9101138"/>
            <a:ext cx="22480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A3A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644905" y="9101138"/>
            <a:ext cx="294213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Copilot SDK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Triage Today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2114550"/>
            <a:ext cx="146685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incident, four systems of record — and the engineer is the integration layer.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7750" y="3074640"/>
            <a:ext cx="3848100" cy="2546003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00175" y="3503265"/>
            <a:ext cx="34575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0175" y="3974753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0175" y="4498628"/>
            <a:ext cx="323754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Incidents, changes, SLA clocks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62550" y="3074640"/>
            <a:ext cx="3848100" cy="2546003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4975" y="3503265"/>
            <a:ext cx="34575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14975" y="3974753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14975" y="4498628"/>
            <a:ext cx="323754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items and Git repositories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77350" y="3074640"/>
            <a:ext cx="3848100" cy="2546003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9775" y="3503265"/>
            <a:ext cx="34575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29775" y="3974753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29775" y="4498628"/>
            <a:ext cx="323754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documents and evidence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92150" y="3074640"/>
            <a:ext cx="3848100" cy="2546003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44575" y="3503265"/>
            <a:ext cx="34575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44575" y="3974753"/>
            <a:ext cx="34575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docs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44575" y="4498628"/>
            <a:ext cx="3237548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Runbooks, wikis, knowledge bases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6230243"/>
            <a:ext cx="57150" cy="108004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1" name="Text 19"/>
          <p:cNvSpPr/>
          <p:nvPr/>
        </p:nvSpPr>
        <p:spPr>
          <a:xfrm>
            <a:off x="1447800" y="6230243"/>
            <a:ext cx="14716125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907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Answering </a:t>
            </a:r>
            <a:pPr algn="l" indent="0" marL="0">
              <a:lnSpc>
                <a:spcPct val="116907"/>
              </a:lnSpc>
              <a:buNone/>
            </a:pPr>
            <a:r>
              <a:rPr lang="en-US" sz="3150" b="1" i="1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changed before INC0012345, and where did it break?" </a:t>
            </a:r>
            <a:pPr algn="l" indent="0" marL="0">
              <a:lnSpc>
                <a:spcPct val="116907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tool-hopping — every time.</a:t>
            </a:r>
            <a:endParaRPr lang="en-US" sz="3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Conversational Interface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1047750" y="2114550"/>
            <a:ext cx="7946708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ask questions in plain language. The agent queries the systems, correlates the answer, and cites its sources.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47750" y="3733800"/>
            <a:ext cx="794670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 instead of minutes of navigation — with every claim traceable to a record, commit or document.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5086350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43050" y="5105400"/>
            <a:ext cx="568469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each engineer's existing Copilot seat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5614988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43050" y="5634038"/>
            <a:ext cx="536628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 via az login / Entra — no PATs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6143625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43050" y="6162675"/>
            <a:ext cx="557984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MCP servers — compliant by construction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525000" y="2114550"/>
            <a:ext cx="7715250" cy="4695825"/>
          </a:xfrm>
          <a:prstGeom prst="rect">
            <a:avLst/>
          </a:prstGeom>
          <a:solidFill>
            <a:srgbClr val="21213B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1725" y="2647950"/>
            <a:ext cx="54314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›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11073" y="2581275"/>
            <a:ext cx="63473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0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changed before INC0012345 and where in the code did it break?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991725" y="3609975"/>
            <a:ext cx="6781800" cy="9525"/>
          </a:xfrm>
          <a:prstGeom prst="rect">
            <a:avLst/>
          </a:prstGeom>
          <a:solidFill>
            <a:srgbClr val="3A3A58"/>
          </a:solidFill>
          <a:ln/>
        </p:spPr>
      </p:sp>
      <p:sp>
        <p:nvSpPr>
          <p:cNvPr id="15" name="Text 13"/>
          <p:cNvSpPr/>
          <p:nvPr/>
        </p:nvSpPr>
        <p:spPr>
          <a:xfrm>
            <a:off x="9991725" y="3905250"/>
            <a:ext cx="69852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A8E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change records in the window · CHG0044810 touched the same CI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1725" y="4781550"/>
            <a:ext cx="69852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A8E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trace points to PaymentRouter.ts:214 — changed 3 days ago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91725" y="5657850"/>
            <a:ext cx="698525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80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ServiceNow CHG0044810 · commit 8f21c4e · runbook §4.2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2114550"/>
            <a:ext cx="7962900" cy="2439219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4475" y="2543175"/>
            <a:ext cx="77323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14475" y="3048000"/>
            <a:ext cx="7240334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summarise incidents, flag SLA-breach risk and stale tickets, correlate recent changes, daily operational summaries. Read-only.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277350" y="2114550"/>
            <a:ext cx="7962900" cy="2439219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44075" y="2543175"/>
            <a:ext cx="77323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items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744075" y="3048000"/>
            <a:ext cx="7240334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bugs from incidents with priority mapping, clone and bulk-ingest work items. Every write gated by explicit human confirmation.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4820469"/>
            <a:ext cx="7962900" cy="2439219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4475" y="5249094"/>
            <a:ext cx="77323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documents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14475" y="5753919"/>
            <a:ext cx="7240334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over runbooks and wikis with cited sources; SharePoint incident documents readable in-line. Embeddings stay local.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77350" y="4820469"/>
            <a:ext cx="7962900" cy="2439219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44075" y="5249094"/>
            <a:ext cx="77323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workflows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44075" y="5753919"/>
            <a:ext cx="7240334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/triage · /review · /postmortem · /handover — standard operating procedure as one command, consistent output every time.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7793087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model-callable tools — 21 read-only, 3 writes behind a human y/N gate.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454126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Analyser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5442868" y="1257300"/>
            <a:ext cx="143836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FLAGSHIP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1943100"/>
            <a:ext cx="15716250" cy="474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isolated sub-agent that turns a stack trace into a suspect </a:t>
            </a:r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A8E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file:line </a:t>
            </a:r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 evidence.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2893665"/>
            <a:ext cx="533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33550" y="2874615"/>
            <a:ext cx="724033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code-shaped signals in the incident and offers analysis — never runs without consent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3897511"/>
            <a:ext cx="533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33550" y="3878461"/>
            <a:ext cx="724033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out the repo at the deployed branch or tag — read-only, in-org HTTPS only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47750" y="4901357"/>
            <a:ext cx="533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33550" y="4882307"/>
            <a:ext cx="724033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Chases every file, symbol and line from the error output; recent commits to suspect files are prime suspects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47750" y="5905202"/>
            <a:ext cx="5334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6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33550" y="5886152"/>
            <a:ext cx="7240334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back — every claim grounded in actual repository content, with a stated confidence level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0" y="2874615"/>
            <a:ext cx="7715250" cy="4968180"/>
          </a:xfrm>
          <a:prstGeom prst="rect">
            <a:avLst/>
          </a:prstGeom>
          <a:solidFill>
            <a:srgbClr val="21213B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1725" y="3303240"/>
            <a:ext cx="74599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REPORT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91725" y="3831878"/>
            <a:ext cx="2724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58725" y="3831878"/>
            <a:ext cx="268248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file:line with rationale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91725" y="4360515"/>
            <a:ext cx="2724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658725" y="4360515"/>
            <a:ext cx="36720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failure mechanism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91725" y="4889153"/>
            <a:ext cx="2724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658725" y="4889153"/>
            <a:ext cx="285520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commit facts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91725" y="5417790"/>
            <a:ext cx="2724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area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658725" y="5417790"/>
            <a:ext cx="325531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start the change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991725" y="5946428"/>
            <a:ext cx="27241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658725" y="5946428"/>
            <a:ext cx="335926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remaining uncertainty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991725" y="6513165"/>
            <a:ext cx="6781800" cy="9525"/>
          </a:xfrm>
          <a:prstGeom prst="rect">
            <a:avLst/>
          </a:prstGeom>
          <a:solidFill>
            <a:srgbClr val="3A3A58"/>
          </a:solidFill>
          <a:ln/>
        </p:spPr>
      </p:sp>
      <p:sp>
        <p:nvSpPr>
          <p:cNvPr id="26" name="Text 24"/>
          <p:cNvSpPr/>
          <p:nvPr/>
        </p:nvSpPr>
        <p:spPr>
          <a:xfrm>
            <a:off x="9991725" y="6751290"/>
            <a:ext cx="698525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180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by design: 5-tool allowlist, no write access, only the final report reaches the conversation.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Delivery Surfaces, One Engine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2114550"/>
            <a:ext cx="8323511" cy="5281464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114550"/>
            <a:ext cx="8323511" cy="5281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7624614"/>
            <a:ext cx="913490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— first-run self-service on Mac and Windows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018961" y="2114550"/>
            <a:ext cx="79433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chat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18961" y="2581275"/>
            <a:ext cx="743785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REPL; npm start scaffolds config and logs in; built-in doctor command diagnoses environment issues.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018961" y="3623221"/>
            <a:ext cx="79433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018961" y="4089946"/>
            <a:ext cx="7437851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Zero-install onboarding with browser device-flow login. Streaming chat, in-browser write confirmation, full settings editor.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0018961" y="5490939"/>
            <a:ext cx="57150" cy="718096"/>
          </a:xfrm>
          <a:prstGeom prst="rect">
            <a:avLst/>
          </a:prstGeom>
          <a:solidFill>
            <a:srgbClr val="A8E6D7"/>
          </a:solidFill>
          <a:ln/>
        </p:spPr>
      </p:sp>
      <p:sp>
        <p:nvSpPr>
          <p:cNvPr id="11" name="Text 8"/>
          <p:cNvSpPr/>
          <p:nvPr/>
        </p:nvSpPr>
        <p:spPr>
          <a:xfrm>
            <a:off x="10342811" y="5490939"/>
            <a:ext cx="711400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E6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Localhost-only, credentials never leave the machine — and no terminal skills required.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Posture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2114550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8275" y="2543175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banned mechanisms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38275" y="3048000"/>
            <a:ext cx="457181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MCP servers, no PATs. Copilot seats and Entra (az login) sessions only.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34150" y="2114550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4675" y="2543175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24675" y="3048000"/>
            <a:ext cx="457181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of 24 tools read-only; writes behind human confirmation; sub-agent on a 5-tool allowlist.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020550" y="2114550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11075" y="2543175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locality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411075" y="3048000"/>
            <a:ext cx="457181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index and embeddings computed and stored on the engineer's machine.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4820469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8275" y="5249094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repo access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38275" y="5753919"/>
            <a:ext cx="457181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In-org HTTPS only, read-only git, credential redaction — prompt-injected clone targets blocked.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534150" y="4820469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4675" y="5249094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 surface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24675" y="5753919"/>
            <a:ext cx="457181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binds to 127.0.0.1 only; domain-scoped crawler; secrets with restrictive permissions.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2020550" y="4820469"/>
            <a:ext cx="5219700" cy="2439219"/>
          </a:xfrm>
          <a:prstGeom prst="rect">
            <a:avLst/>
          </a:prstGeom>
          <a:ln w="9525">
            <a:solidFill>
              <a:srgbClr val="3A3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11075" y="5249094"/>
            <a:ext cx="488251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LLM backend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11075" y="5753919"/>
            <a:ext cx="457181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667"/>
              </a:lnSpc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Copilot seat by default; BYO Azure OpenAI / Anthropic key or fully local models.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400"/>
            <a:ext cx="178117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100" b="1" spc="-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Maturity &amp; Value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47750" y="2114550"/>
            <a:ext cx="5219700" cy="2428875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8275" y="2543175"/>
            <a:ext cx="48825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~657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438275" y="3438525"/>
            <a:ext cx="48825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tests, CI-gated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6534150" y="2114550"/>
            <a:ext cx="5219700" cy="2428875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4675" y="2543175"/>
            <a:ext cx="48825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6924675" y="3438525"/>
            <a:ext cx="488251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features peer-reviewed via PR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020550" y="2114550"/>
            <a:ext cx="5219700" cy="2428875"/>
          </a:xfrm>
          <a:prstGeom prst="rect">
            <a:avLst/>
          </a:prstGeom>
          <a:solidFill>
            <a:srgbClr val="14142A"/>
          </a:solidFill>
          <a:ln w="9525">
            <a:solidFill>
              <a:srgbClr val="3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11075" y="2543175"/>
            <a:ext cx="488251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47"/>
              </a:lnSpc>
              <a:buNone/>
            </a:pPr>
            <a:r>
              <a:rPr lang="en-US" sz="63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2411075" y="3438525"/>
            <a:ext cx="457181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3A3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core — CLI and Web UI cannot drift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750" y="5162550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81150" y="5114925"/>
            <a:ext cx="13004460" cy="474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in minutes instead of tool-hopping; root cause from stack trace to </a:t>
            </a:r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A8E6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file:line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47750" y="5808315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81150" y="5760690"/>
            <a:ext cx="11930844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triage, review, postmortem and handover outputs across the team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47750" y="6444555"/>
            <a:ext cx="3810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81150" y="6396930"/>
            <a:ext cx="10386067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Reuses existing Copilot seats — no new inference contract required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2026-07-10T07:43:39Z</dcterms:created>
  <dcterms:modified xsi:type="dcterms:W3CDTF">2026-07-10T07:43:39Z</dcterms:modified>
</cp:coreProperties>
</file>